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3" r:id="rId6"/>
    <p:sldId id="306" r:id="rId7"/>
    <p:sldId id="303" r:id="rId8"/>
    <p:sldId id="294" r:id="rId9"/>
    <p:sldId id="295" r:id="rId10"/>
    <p:sldId id="305" r:id="rId11"/>
    <p:sldId id="296" r:id="rId12"/>
    <p:sldId id="297" r:id="rId13"/>
    <p:sldId id="301" r:id="rId14"/>
    <p:sldId id="299" r:id="rId15"/>
    <p:sldId id="300" r:id="rId16"/>
    <p:sldId id="302" r:id="rId17"/>
    <p:sldId id="29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21DF4-8202-4E40-8BE2-ED3EDA54C3E8}" v="30" dt="2025-10-03T11:35:46.290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os Koufakis" userId="eaa70d5f-8a54-4802-9c6b-87f41142aaf1" providerId="ADAL" clId="{1E121DF4-8202-4E40-8BE2-ED3EDA54C3E8}"/>
    <pc:docChg chg="undo custSel addSld delSld modSld sldOrd">
      <pc:chgData name="Alexandros Koufakis" userId="eaa70d5f-8a54-4802-9c6b-87f41142aaf1" providerId="ADAL" clId="{1E121DF4-8202-4E40-8BE2-ED3EDA54C3E8}" dt="2025-10-09T12:51:00.223" v="914" actId="14100"/>
      <pc:docMkLst>
        <pc:docMk/>
      </pc:docMkLst>
      <pc:sldChg chg="addSp delSp modSp mod">
        <pc:chgData name="Alexandros Koufakis" userId="eaa70d5f-8a54-4802-9c6b-87f41142aaf1" providerId="ADAL" clId="{1E121DF4-8202-4E40-8BE2-ED3EDA54C3E8}" dt="2025-10-03T11:42:35.788" v="911" actId="20577"/>
        <pc:sldMkLst>
          <pc:docMk/>
          <pc:sldMk cId="523890796" sldId="293"/>
        </pc:sldMkLst>
        <pc:spChg chg="mod">
          <ac:chgData name="Alexandros Koufakis" userId="eaa70d5f-8a54-4802-9c6b-87f41142aaf1" providerId="ADAL" clId="{1E121DF4-8202-4E40-8BE2-ED3EDA54C3E8}" dt="2025-10-03T11:42:35.788" v="911" actId="20577"/>
          <ac:spMkLst>
            <pc:docMk/>
            <pc:sldMk cId="523890796" sldId="293"/>
            <ac:spMk id="5" creationId="{94CDE119-5AE0-4A78-3A81-B35151695434}"/>
          </ac:spMkLst>
        </pc:spChg>
        <pc:spChg chg="mod">
          <ac:chgData name="Alexandros Koufakis" userId="eaa70d5f-8a54-4802-9c6b-87f41142aaf1" providerId="ADAL" clId="{1E121DF4-8202-4E40-8BE2-ED3EDA54C3E8}" dt="2025-10-03T11:38:14.726" v="850" actId="6549"/>
          <ac:spMkLst>
            <pc:docMk/>
            <pc:sldMk cId="523890796" sldId="293"/>
            <ac:spMk id="6" creationId="{3CF7FD03-D6D6-F065-623C-8AAECA31A4A7}"/>
          </ac:spMkLst>
        </pc:spChg>
        <pc:picChg chg="add mod">
          <ac:chgData name="Alexandros Koufakis" userId="eaa70d5f-8a54-4802-9c6b-87f41142aaf1" providerId="ADAL" clId="{1E121DF4-8202-4E40-8BE2-ED3EDA54C3E8}" dt="2025-10-03T11:38:20.989" v="853" actId="1076"/>
          <ac:picMkLst>
            <pc:docMk/>
            <pc:sldMk cId="523890796" sldId="293"/>
            <ac:picMk id="8" creationId="{010A15D7-69A5-4A8A-33D5-5BE45C3D05E8}"/>
          </ac:picMkLst>
        </pc:picChg>
      </pc:sldChg>
      <pc:sldChg chg="modSp mod">
        <pc:chgData name="Alexandros Koufakis" userId="eaa70d5f-8a54-4802-9c6b-87f41142aaf1" providerId="ADAL" clId="{1E121DF4-8202-4E40-8BE2-ED3EDA54C3E8}" dt="2025-10-03T11:17:40.106" v="661" actId="6549"/>
        <pc:sldMkLst>
          <pc:docMk/>
          <pc:sldMk cId="2950359201" sldId="294"/>
        </pc:sldMkLst>
        <pc:spChg chg="mod">
          <ac:chgData name="Alexandros Koufakis" userId="eaa70d5f-8a54-4802-9c6b-87f41142aaf1" providerId="ADAL" clId="{1E121DF4-8202-4E40-8BE2-ED3EDA54C3E8}" dt="2025-10-03T11:17:40.106" v="661" actId="6549"/>
          <ac:spMkLst>
            <pc:docMk/>
            <pc:sldMk cId="2950359201" sldId="294"/>
            <ac:spMk id="2" creationId="{D5B842E8-553A-D13F-2F8F-23410E0FA66F}"/>
          </ac:spMkLst>
        </pc:spChg>
      </pc:sldChg>
      <pc:sldChg chg="modSp mod">
        <pc:chgData name="Alexandros Koufakis" userId="eaa70d5f-8a54-4802-9c6b-87f41142aaf1" providerId="ADAL" clId="{1E121DF4-8202-4E40-8BE2-ED3EDA54C3E8}" dt="2025-10-03T11:17:48.888" v="676" actId="20577"/>
        <pc:sldMkLst>
          <pc:docMk/>
          <pc:sldMk cId="298930089" sldId="295"/>
        </pc:sldMkLst>
        <pc:spChg chg="mod">
          <ac:chgData name="Alexandros Koufakis" userId="eaa70d5f-8a54-4802-9c6b-87f41142aaf1" providerId="ADAL" clId="{1E121DF4-8202-4E40-8BE2-ED3EDA54C3E8}" dt="2025-10-03T11:17:48.888" v="676" actId="20577"/>
          <ac:spMkLst>
            <pc:docMk/>
            <pc:sldMk cId="298930089" sldId="295"/>
            <ac:spMk id="2" creationId="{009DB280-53AC-DFC6-35EE-B294DB9A7386}"/>
          </ac:spMkLst>
        </pc:spChg>
      </pc:sldChg>
      <pc:sldChg chg="modSp mod">
        <pc:chgData name="Alexandros Koufakis" userId="eaa70d5f-8a54-4802-9c6b-87f41142aaf1" providerId="ADAL" clId="{1E121DF4-8202-4E40-8BE2-ED3EDA54C3E8}" dt="2025-10-03T11:15:35.456" v="613" actId="20577"/>
        <pc:sldMkLst>
          <pc:docMk/>
          <pc:sldMk cId="1436566588" sldId="296"/>
        </pc:sldMkLst>
        <pc:spChg chg="mod">
          <ac:chgData name="Alexandros Koufakis" userId="eaa70d5f-8a54-4802-9c6b-87f41142aaf1" providerId="ADAL" clId="{1E121DF4-8202-4E40-8BE2-ED3EDA54C3E8}" dt="2025-10-03T11:15:35.456" v="613" actId="20577"/>
          <ac:spMkLst>
            <pc:docMk/>
            <pc:sldMk cId="1436566588" sldId="296"/>
            <ac:spMk id="2" creationId="{CEF15C9A-1E65-696F-8B00-3E32661B4EC2}"/>
          </ac:spMkLst>
        </pc:spChg>
      </pc:sldChg>
      <pc:sldChg chg="modSp mod">
        <pc:chgData name="Alexandros Koufakis" userId="eaa70d5f-8a54-4802-9c6b-87f41142aaf1" providerId="ADAL" clId="{1E121DF4-8202-4E40-8BE2-ED3EDA54C3E8}" dt="2025-10-03T11:15:31.513" v="609" actId="20577"/>
        <pc:sldMkLst>
          <pc:docMk/>
          <pc:sldMk cId="2380369908" sldId="297"/>
        </pc:sldMkLst>
        <pc:spChg chg="mod">
          <ac:chgData name="Alexandros Koufakis" userId="eaa70d5f-8a54-4802-9c6b-87f41142aaf1" providerId="ADAL" clId="{1E121DF4-8202-4E40-8BE2-ED3EDA54C3E8}" dt="2025-10-03T11:15:31.513" v="609" actId="20577"/>
          <ac:spMkLst>
            <pc:docMk/>
            <pc:sldMk cId="2380369908" sldId="297"/>
            <ac:spMk id="2" creationId="{6C5E03AA-EC8C-1F68-A241-7A915561AE7C}"/>
          </ac:spMkLst>
        </pc:spChg>
      </pc:sldChg>
      <pc:sldChg chg="addSp delSp modSp mod">
        <pc:chgData name="Alexandros Koufakis" userId="eaa70d5f-8a54-4802-9c6b-87f41142aaf1" providerId="ADAL" clId="{1E121DF4-8202-4E40-8BE2-ED3EDA54C3E8}" dt="2025-10-03T11:15:21.898" v="602" actId="20577"/>
        <pc:sldMkLst>
          <pc:docMk/>
          <pc:sldMk cId="2425358923" sldId="299"/>
        </pc:sldMkLst>
        <pc:spChg chg="mod">
          <ac:chgData name="Alexandros Koufakis" userId="eaa70d5f-8a54-4802-9c6b-87f41142aaf1" providerId="ADAL" clId="{1E121DF4-8202-4E40-8BE2-ED3EDA54C3E8}" dt="2025-10-03T11:15:21.898" v="602" actId="20577"/>
          <ac:spMkLst>
            <pc:docMk/>
            <pc:sldMk cId="2425358923" sldId="299"/>
            <ac:spMk id="2" creationId="{2225F9BC-E0F8-9F89-52A8-B88E732B7974}"/>
          </ac:spMkLst>
        </pc:spChg>
        <pc:picChg chg="add mod">
          <ac:chgData name="Alexandros Koufakis" userId="eaa70d5f-8a54-4802-9c6b-87f41142aaf1" providerId="ADAL" clId="{1E121DF4-8202-4E40-8BE2-ED3EDA54C3E8}" dt="2025-10-03T10:53:55.109" v="6" actId="14100"/>
          <ac:picMkLst>
            <pc:docMk/>
            <pc:sldMk cId="2425358923" sldId="299"/>
            <ac:picMk id="7" creationId="{DBB0ECED-5B32-38DB-C63F-746CBDF1931E}"/>
          </ac:picMkLst>
        </pc:picChg>
      </pc:sldChg>
      <pc:sldChg chg="addSp delSp modSp new mod">
        <pc:chgData name="Alexandros Koufakis" userId="eaa70d5f-8a54-4802-9c6b-87f41142aaf1" providerId="ADAL" clId="{1E121DF4-8202-4E40-8BE2-ED3EDA54C3E8}" dt="2025-10-09T12:51:00.223" v="914" actId="14100"/>
        <pc:sldMkLst>
          <pc:docMk/>
          <pc:sldMk cId="3899156883" sldId="300"/>
        </pc:sldMkLst>
        <pc:spChg chg="mod">
          <ac:chgData name="Alexandros Koufakis" userId="eaa70d5f-8a54-4802-9c6b-87f41142aaf1" providerId="ADAL" clId="{1E121DF4-8202-4E40-8BE2-ED3EDA54C3E8}" dt="2025-10-03T11:14:35.956" v="588" actId="20577"/>
          <ac:spMkLst>
            <pc:docMk/>
            <pc:sldMk cId="3899156883" sldId="300"/>
            <ac:spMk id="2" creationId="{BF5CF2A8-1C92-4DEB-B78B-66DB66642C74}"/>
          </ac:spMkLst>
        </pc:spChg>
        <pc:spChg chg="add del mod">
          <ac:chgData name="Alexandros Koufakis" userId="eaa70d5f-8a54-4802-9c6b-87f41142aaf1" providerId="ADAL" clId="{1E121DF4-8202-4E40-8BE2-ED3EDA54C3E8}" dt="2025-10-03T11:14:28.016" v="578" actId="14100"/>
          <ac:spMkLst>
            <pc:docMk/>
            <pc:sldMk cId="3899156883" sldId="300"/>
            <ac:spMk id="4" creationId="{816664C5-2F74-24A6-9EC3-D4ADEA7FC448}"/>
          </ac:spMkLst>
        </pc:spChg>
        <pc:spChg chg="add mod">
          <ac:chgData name="Alexandros Koufakis" userId="eaa70d5f-8a54-4802-9c6b-87f41142aaf1" providerId="ADAL" clId="{1E121DF4-8202-4E40-8BE2-ED3EDA54C3E8}" dt="2025-10-03T11:04:30.087" v="91" actId="14100"/>
          <ac:spMkLst>
            <pc:docMk/>
            <pc:sldMk cId="3899156883" sldId="300"/>
            <ac:spMk id="14" creationId="{94A330D5-F1CB-E911-FCE3-D2617A7F123D}"/>
          </ac:spMkLst>
        </pc:spChg>
        <pc:spChg chg="add mod">
          <ac:chgData name="Alexandros Koufakis" userId="eaa70d5f-8a54-4802-9c6b-87f41142aaf1" providerId="ADAL" clId="{1E121DF4-8202-4E40-8BE2-ED3EDA54C3E8}" dt="2025-10-03T11:04:19.838" v="88" actId="208"/>
          <ac:spMkLst>
            <pc:docMk/>
            <pc:sldMk cId="3899156883" sldId="300"/>
            <ac:spMk id="17" creationId="{180C6290-D355-358B-268A-1CC52681039A}"/>
          </ac:spMkLst>
        </pc:spChg>
        <pc:picChg chg="add mod">
          <ac:chgData name="Alexandros Koufakis" userId="eaa70d5f-8a54-4802-9c6b-87f41142aaf1" providerId="ADAL" clId="{1E121DF4-8202-4E40-8BE2-ED3EDA54C3E8}" dt="2025-10-09T12:51:00.223" v="914" actId="14100"/>
          <ac:picMkLst>
            <pc:docMk/>
            <pc:sldMk cId="3899156883" sldId="300"/>
            <ac:picMk id="11" creationId="{08451FE7-B45F-8E60-CC6A-888487BFA24C}"/>
          </ac:picMkLst>
        </pc:picChg>
        <pc:picChg chg="add mod">
          <ac:chgData name="Alexandros Koufakis" userId="eaa70d5f-8a54-4802-9c6b-87f41142aaf1" providerId="ADAL" clId="{1E121DF4-8202-4E40-8BE2-ED3EDA54C3E8}" dt="2025-10-03T11:02:26.340" v="72" actId="1076"/>
          <ac:picMkLst>
            <pc:docMk/>
            <pc:sldMk cId="3899156883" sldId="300"/>
            <ac:picMk id="13" creationId="{B0AAF3B7-D996-0F6E-25D4-8B7467A4EE3F}"/>
          </ac:picMkLst>
        </pc:picChg>
      </pc:sldChg>
      <pc:sldChg chg="addSp modSp new mod">
        <pc:chgData name="Alexandros Koufakis" userId="eaa70d5f-8a54-4802-9c6b-87f41142aaf1" providerId="ADAL" clId="{1E121DF4-8202-4E40-8BE2-ED3EDA54C3E8}" dt="2025-10-03T11:24:50.726" v="818" actId="20577"/>
        <pc:sldMkLst>
          <pc:docMk/>
          <pc:sldMk cId="1150779712" sldId="301"/>
        </pc:sldMkLst>
        <pc:spChg chg="mod">
          <ac:chgData name="Alexandros Koufakis" userId="eaa70d5f-8a54-4802-9c6b-87f41142aaf1" providerId="ADAL" clId="{1E121DF4-8202-4E40-8BE2-ED3EDA54C3E8}" dt="2025-10-03T11:15:27.716" v="605" actId="20577"/>
          <ac:spMkLst>
            <pc:docMk/>
            <pc:sldMk cId="1150779712" sldId="301"/>
            <ac:spMk id="2" creationId="{0B7C414C-D8DE-ADA6-20CF-ECEDA49850B5}"/>
          </ac:spMkLst>
        </pc:spChg>
        <pc:spChg chg="mod">
          <ac:chgData name="Alexandros Koufakis" userId="eaa70d5f-8a54-4802-9c6b-87f41142aaf1" providerId="ADAL" clId="{1E121DF4-8202-4E40-8BE2-ED3EDA54C3E8}" dt="2025-10-03T11:14:06.840" v="575" actId="113"/>
          <ac:spMkLst>
            <pc:docMk/>
            <pc:sldMk cId="1150779712" sldId="301"/>
            <ac:spMk id="4" creationId="{4A45ADCB-BF74-17DC-0E5E-1DE89F7EDFF1}"/>
          </ac:spMkLst>
        </pc:spChg>
        <pc:spChg chg="mod">
          <ac:chgData name="Alexandros Koufakis" userId="eaa70d5f-8a54-4802-9c6b-87f41142aaf1" providerId="ADAL" clId="{1E121DF4-8202-4E40-8BE2-ED3EDA54C3E8}" dt="2025-10-03T11:06:13.373" v="171" actId="21"/>
          <ac:spMkLst>
            <pc:docMk/>
            <pc:sldMk cId="1150779712" sldId="301"/>
            <ac:spMk id="5" creationId="{8C94B8DE-8D7C-7578-F7F2-E5AE49C9A38A}"/>
          </ac:spMkLst>
        </pc:spChg>
        <pc:spChg chg="add mod">
          <ac:chgData name="Alexandros Koufakis" userId="eaa70d5f-8a54-4802-9c6b-87f41142aaf1" providerId="ADAL" clId="{1E121DF4-8202-4E40-8BE2-ED3EDA54C3E8}" dt="2025-10-03T11:24:50.726" v="818" actId="20577"/>
          <ac:spMkLst>
            <pc:docMk/>
            <pc:sldMk cId="1150779712" sldId="301"/>
            <ac:spMk id="6" creationId="{4ED78964-0E7D-B69C-4EEA-20D023DAE9D7}"/>
          </ac:spMkLst>
        </pc:spChg>
      </pc:sldChg>
      <pc:sldChg chg="modSp add mod">
        <pc:chgData name="Alexandros Koufakis" userId="eaa70d5f-8a54-4802-9c6b-87f41142aaf1" providerId="ADAL" clId="{1E121DF4-8202-4E40-8BE2-ED3EDA54C3E8}" dt="2025-10-03T11:15:05.186" v="594"/>
        <pc:sldMkLst>
          <pc:docMk/>
          <pc:sldMk cId="2109655340" sldId="302"/>
        </pc:sldMkLst>
        <pc:spChg chg="mod">
          <ac:chgData name="Alexandros Koufakis" userId="eaa70d5f-8a54-4802-9c6b-87f41142aaf1" providerId="ADAL" clId="{1E121DF4-8202-4E40-8BE2-ED3EDA54C3E8}" dt="2025-10-03T11:15:01.658" v="593" actId="14100"/>
          <ac:spMkLst>
            <pc:docMk/>
            <pc:sldMk cId="2109655340" sldId="302"/>
            <ac:spMk id="2" creationId="{3558D485-4FDD-9A6C-44B1-4B796D63EA4F}"/>
          </ac:spMkLst>
        </pc:spChg>
        <pc:spChg chg="mod">
          <ac:chgData name="Alexandros Koufakis" userId="eaa70d5f-8a54-4802-9c6b-87f41142aaf1" providerId="ADAL" clId="{1E121DF4-8202-4E40-8BE2-ED3EDA54C3E8}" dt="2025-10-03T11:15:05.186" v="594"/>
          <ac:spMkLst>
            <pc:docMk/>
            <pc:sldMk cId="2109655340" sldId="302"/>
            <ac:spMk id="4" creationId="{1F99F44C-7093-6577-78FE-AE02E7E4E681}"/>
          </ac:spMkLst>
        </pc:spChg>
      </pc:sldChg>
      <pc:sldChg chg="addSp delSp modSp new mod modClrScheme chgLayout">
        <pc:chgData name="Alexandros Koufakis" userId="eaa70d5f-8a54-4802-9c6b-87f41142aaf1" providerId="ADAL" clId="{1E121DF4-8202-4E40-8BE2-ED3EDA54C3E8}" dt="2025-10-03T11:22:42.508" v="762" actId="6549"/>
        <pc:sldMkLst>
          <pc:docMk/>
          <pc:sldMk cId="733288007" sldId="303"/>
        </pc:sldMkLst>
        <pc:spChg chg="mod ord">
          <ac:chgData name="Alexandros Koufakis" userId="eaa70d5f-8a54-4802-9c6b-87f41142aaf1" providerId="ADAL" clId="{1E121DF4-8202-4E40-8BE2-ED3EDA54C3E8}" dt="2025-10-03T11:16:15.926" v="623" actId="700"/>
          <ac:spMkLst>
            <pc:docMk/>
            <pc:sldMk cId="733288007" sldId="303"/>
            <ac:spMk id="3" creationId="{AF87B7D4-EB82-5AE9-304F-952967D39A07}"/>
          </ac:spMkLst>
        </pc:spChg>
        <pc:spChg chg="add mod ord">
          <ac:chgData name="Alexandros Koufakis" userId="eaa70d5f-8a54-4802-9c6b-87f41142aaf1" providerId="ADAL" clId="{1E121DF4-8202-4E40-8BE2-ED3EDA54C3E8}" dt="2025-10-03T11:22:42.508" v="762" actId="6549"/>
          <ac:spMkLst>
            <pc:docMk/>
            <pc:sldMk cId="733288007" sldId="303"/>
            <ac:spMk id="6" creationId="{7C319320-0BE9-BB1D-5C16-A4F65A728A53}"/>
          </ac:spMkLst>
        </pc:spChg>
        <pc:spChg chg="add mod ord">
          <ac:chgData name="Alexandros Koufakis" userId="eaa70d5f-8a54-4802-9c6b-87f41142aaf1" providerId="ADAL" clId="{1E121DF4-8202-4E40-8BE2-ED3EDA54C3E8}" dt="2025-10-03T11:16:57.236" v="647"/>
          <ac:spMkLst>
            <pc:docMk/>
            <pc:sldMk cId="733288007" sldId="303"/>
            <ac:spMk id="7" creationId="{8E53DEA1-5FFE-EA4A-33BB-F8816C229724}"/>
          </ac:spMkLst>
        </pc:spChg>
      </pc:sldChg>
      <pc:sldChg chg="modSp new del mod">
        <pc:chgData name="Alexandros Koufakis" userId="eaa70d5f-8a54-4802-9c6b-87f41142aaf1" providerId="ADAL" clId="{1E121DF4-8202-4E40-8BE2-ED3EDA54C3E8}" dt="2025-10-03T12:09:16.728" v="912" actId="2696"/>
        <pc:sldMkLst>
          <pc:docMk/>
          <pc:sldMk cId="3039468784" sldId="304"/>
        </pc:sldMkLst>
      </pc:sldChg>
      <pc:sldChg chg="modSp add mod ord">
        <pc:chgData name="Alexandros Koufakis" userId="eaa70d5f-8a54-4802-9c6b-87f41142aaf1" providerId="ADAL" clId="{1E121DF4-8202-4E40-8BE2-ED3EDA54C3E8}" dt="2025-10-03T11:23:19.896" v="800" actId="20577"/>
        <pc:sldMkLst>
          <pc:docMk/>
          <pc:sldMk cId="651842945" sldId="305"/>
        </pc:sldMkLst>
        <pc:spChg chg="mod">
          <ac:chgData name="Alexandros Koufakis" userId="eaa70d5f-8a54-4802-9c6b-87f41142aaf1" providerId="ADAL" clId="{1E121DF4-8202-4E40-8BE2-ED3EDA54C3E8}" dt="2025-10-03T11:23:19.896" v="800" actId="20577"/>
          <ac:spMkLst>
            <pc:docMk/>
            <pc:sldMk cId="651842945" sldId="305"/>
            <ac:spMk id="6" creationId="{03F77B87-4C53-78DF-26E3-6240FEE986C8}"/>
          </ac:spMkLst>
        </pc:spChg>
        <pc:spChg chg="mod">
          <ac:chgData name="Alexandros Koufakis" userId="eaa70d5f-8a54-4802-9c6b-87f41142aaf1" providerId="ADAL" clId="{1E121DF4-8202-4E40-8BE2-ED3EDA54C3E8}" dt="2025-10-03T11:22:14.078" v="716" actId="20577"/>
          <ac:spMkLst>
            <pc:docMk/>
            <pc:sldMk cId="651842945" sldId="305"/>
            <ac:spMk id="7" creationId="{10E3C388-7067-F00C-8ED5-C0436CD8D556}"/>
          </ac:spMkLst>
        </pc:spChg>
      </pc:sldChg>
      <pc:sldChg chg="add">
        <pc:chgData name="Alexandros Koufakis" userId="eaa70d5f-8a54-4802-9c6b-87f41142aaf1" providerId="ADAL" clId="{1E121DF4-8202-4E40-8BE2-ED3EDA54C3E8}" dt="2025-10-03T11:33:54.810" v="821" actId="2890"/>
        <pc:sldMkLst>
          <pc:docMk/>
          <pc:sldMk cId="1421026930" sldId="306"/>
        </pc:sldMkLst>
      </pc:sldChg>
      <pc:sldChg chg="new del">
        <pc:chgData name="Alexandros Koufakis" userId="eaa70d5f-8a54-4802-9c6b-87f41142aaf1" providerId="ADAL" clId="{1E121DF4-8202-4E40-8BE2-ED3EDA54C3E8}" dt="2025-10-03T11:33:50.963" v="820" actId="2696"/>
        <pc:sldMkLst>
          <pc:docMk/>
          <pc:sldMk cId="3908056595" sldId="3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LID4096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udoklegal.nl/en/current-events/subsidy-for-the-sustainability-of-rental-housing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hoppr.app/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choppr.app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ule-editor.netlify.app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ule-editor.netlify.app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udoklegal.nl/en/current-events/subsidy-for-the-sustainability-of-rental-housing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hoppr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rule-editor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7345" y="677918"/>
            <a:ext cx="7063719" cy="3590596"/>
          </a:xfrm>
        </p:spPr>
        <p:txBody>
          <a:bodyPr>
            <a:normAutofit/>
          </a:bodyPr>
          <a:lstStyle/>
          <a:p>
            <a:r>
              <a:rPr lang="en-US" dirty="0"/>
              <a:t>FLINT </a:t>
            </a:r>
            <a:br>
              <a:rPr lang="en-US" dirty="0"/>
            </a:br>
            <a:r>
              <a:rPr lang="en-US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CDE119-5AE0-4A78-3A81-B3515169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Enforcement Pipeline – </a:t>
            </a:r>
            <a:r>
              <a:rPr lang="en-US" dirty="0" err="1"/>
              <a:t>MooI</a:t>
            </a:r>
            <a:r>
              <a:rPr lang="en-US" dirty="0"/>
              <a:t> Project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F00C5-F9A0-DD65-34C3-6B58719B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7FD03-D6D6-F065-623C-8AAECA31A4A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4" y="2590800"/>
            <a:ext cx="4771816" cy="676275"/>
          </a:xfrm>
        </p:spPr>
        <p:txBody>
          <a:bodyPr>
            <a:normAutofit/>
          </a:bodyPr>
          <a:lstStyle/>
          <a:p>
            <a:endParaRPr lang="LID4096" dirty="0"/>
          </a:p>
        </p:txBody>
      </p:sp>
      <p:pic>
        <p:nvPicPr>
          <p:cNvPr id="8" name="Content Placeholder 7" descr="A diagram of a software program&#10;&#10;AI-generated content may be incorrect.">
            <a:extLst>
              <a:ext uri="{FF2B5EF4-FFF2-40B4-BE49-F238E27FC236}">
                <a16:creationId xmlns:a16="http://schemas.microsoft.com/office/drawing/2014/main" id="{010A15D7-69A5-4A8A-33D5-5BE45C3D05E8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771734" y="2590800"/>
            <a:ext cx="9849973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9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00EB-D418-DFDA-C23D-1EC6F9EF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972CDC-67BA-F245-0336-501BCE3B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Rental house renovation -  Source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387CF-A01A-8F3F-B2AA-4DBF82B3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61657-E0C8-1963-FE17-11350F985DAB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i="1" dirty="0"/>
              <a:t>5. Lower Limit for Applications</a:t>
            </a:r>
            <a:br>
              <a:rPr lang="en-US" i="1" dirty="0"/>
            </a:br>
            <a:r>
              <a:rPr lang="en-US" i="1" dirty="0"/>
              <a:t>Amounts above €25,000 per project can now be requested in advance. The previous limit was €125,000. Under the old SVOH, the application and granting process differentiated between small projects (subsidy under €125,000) and large projects (subsidy of €125,000 or more). Applications under €125,000 were submitted after the activities had been carried out, while applications of €125,000 or more had to be submitted before the activities took place. The new adjustment lowers the limit to €25,000, allowing landlords to apply for subsidies before carrying out sustainability measures. </a:t>
            </a:r>
            <a:endParaRPr lang="en-US" i="1" dirty="0">
              <a:hlinkClick r:id="rId2"/>
            </a:endParaRPr>
          </a:p>
          <a:p>
            <a:r>
              <a:rPr lang="en-US" dirty="0">
                <a:hlinkClick r:id="rId2"/>
              </a:rPr>
              <a:t>https://dudoklegal.nl/en/current-events/subsidy-for-the-sustainability-of-rental-housing/</a:t>
            </a:r>
            <a:r>
              <a:rPr lang="en-US" dirty="0"/>
              <a:t> </a:t>
            </a:r>
            <a:endParaRPr lang="LID4096" dirty="0"/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FED09-CD72-A0F9-5818-99FD096AC359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900208" y="1792945"/>
            <a:ext cx="4920192" cy="4303055"/>
          </a:xfrm>
        </p:spPr>
      </p:pic>
    </p:spTree>
    <p:extLst>
      <p:ext uri="{BB962C8B-B14F-4D97-AF65-F5344CB8AC3E}">
        <p14:creationId xmlns:p14="http://schemas.microsoft.com/office/powerpoint/2010/main" val="142102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319320-0BE9-BB1D-5C16-A4F65A728A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Natural Language text preparation</a:t>
            </a:r>
            <a:endParaRPr lang="LID4096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E53DEA1-5FFE-EA4A-33BB-F8816C229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hlinkClick r:id="rId2"/>
              </a:rPr>
              <a:t>https://choppr.app/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87B7D4-EB82-5AE9-304F-952967D3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28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42E8-553A-D13F-2F8F-23410E0F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decomposition - </a:t>
            </a:r>
            <a:r>
              <a:rPr lang="en-US" dirty="0" err="1"/>
              <a:t>Choppr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E95F47-89EA-FEAF-7D5C-CDDBA109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C3E81-0F93-B0E8-C14A-5F46DA898CA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6572" y="2696548"/>
            <a:ext cx="3265714" cy="35188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a document into an  RDF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Enhanced with information about the structure of the document</a:t>
            </a:r>
            <a:endParaRPr lang="en-US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https://choppr.app/</a:t>
            </a:r>
            <a:r>
              <a:rPr lang="en-US" dirty="0"/>
              <a:t> </a:t>
            </a:r>
          </a:p>
          <a:p>
            <a:endParaRPr lang="LID4096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0A13F6-1A50-8439-DAB4-5854D3D8CFD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3539413" y="2092197"/>
            <a:ext cx="7342288" cy="4123173"/>
          </a:xfrm>
        </p:spPr>
      </p:pic>
    </p:spTree>
    <p:extLst>
      <p:ext uri="{BB962C8B-B14F-4D97-AF65-F5344CB8AC3E}">
        <p14:creationId xmlns:p14="http://schemas.microsoft.com/office/powerpoint/2010/main" val="295035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B280-53AC-DFC6-35EE-B294DB9A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decomposition – Group sections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59CA1-90B9-60F9-9CBD-2425901A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60A67-88B0-54DD-00DB-0B78B5383CA6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85800" y="2941267"/>
            <a:ext cx="5143576" cy="3415083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387C50A-C08C-9B84-5880-E7DF7B3D9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736" y="2333625"/>
            <a:ext cx="4515035" cy="35052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Optionally group sections</a:t>
            </a:r>
            <a:endParaRPr lang="LID4096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FDE985-96C9-ACF5-4F56-4783A28A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088" y="2781908"/>
            <a:ext cx="4091642" cy="3733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EF54A7-04B0-0488-0762-184744290A06}"/>
              </a:ext>
            </a:extLst>
          </p:cNvPr>
          <p:cNvSpPr txBox="1"/>
          <p:nvPr/>
        </p:nvSpPr>
        <p:spPr>
          <a:xfrm>
            <a:off x="6181088" y="2297276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to file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893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4595-BAA2-3F23-AE18-61E22580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F77B87-4C53-78DF-26E3-6240FEE98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 Interpretation and editing</a:t>
            </a:r>
            <a:endParaRPr lang="LID4096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0E3C388-7067-F00C-8ED5-C0436CD8D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hlinkClick r:id="rId2"/>
              </a:rPr>
              <a:t>https://rule-editor.netlify.app/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5BA8E-AECD-C409-F809-E4292A32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4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F9AEBF-E008-ACEC-C120-321BDF8A427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3532187" y="2066925"/>
            <a:ext cx="7711400" cy="412432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F15C9A-1E65-696F-8B00-3E32661B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editor – setup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903D5-6EA5-2DA3-AA14-53997554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AEAE8-93B5-A852-91C6-1268C2492A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33610" y="2258568"/>
            <a:ext cx="3441232" cy="35052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 editor interface for analyzing and structuring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Takes as input the decomposed source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https://rule-editor.netlify.app/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3656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C833-B653-6556-BAD1-BC5B742B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03AA-EC8C-1F68-A241-7A915561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editor – upload file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D9E1F-B858-7529-1F56-84872415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AAAC5-05EE-B72B-1905-C2D1E6039F4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9594" y="2146040"/>
            <a:ext cx="3441232" cy="19008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JSON from filesystem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segments to analyze</a:t>
            </a:r>
            <a:endParaRPr lang="LID4096" dirty="0"/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6E8B8-DC95-BBDD-2B92-0CAB63FA1F78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4212968" y="2078610"/>
            <a:ext cx="6964298" cy="464286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C102E6-937E-1A60-68C3-2B7F041B1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07" y="3603960"/>
            <a:ext cx="2114845" cy="88594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2A32A5A-07FC-605F-C252-065DBE68AE34}"/>
              </a:ext>
            </a:extLst>
          </p:cNvPr>
          <p:cNvSpPr/>
          <p:nvPr/>
        </p:nvSpPr>
        <p:spPr>
          <a:xfrm>
            <a:off x="2799184" y="3673710"/>
            <a:ext cx="1010555" cy="6064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036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414C-D8DE-ADA6-20CF-ECEDA498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Editor – Renovation subsidy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5303A-6D21-8597-0526-1896A8A1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ADCB-BF74-17DC-0E5E-1DE89F7EDFF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the </a:t>
            </a:r>
            <a:r>
              <a:rPr lang="en-US" b="1" dirty="0"/>
              <a:t>old regulation </a:t>
            </a:r>
            <a:r>
              <a:rPr lang="en-US" dirty="0"/>
              <a:t>landlords can request subsidy: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the renovations if the cost is above €125.000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renovations if the cost is below €125.000</a:t>
            </a:r>
          </a:p>
          <a:p>
            <a:r>
              <a:rPr lang="en-US" dirty="0"/>
              <a:t>In the </a:t>
            </a:r>
            <a:r>
              <a:rPr lang="en-US" b="1" dirty="0"/>
              <a:t>new regulation</a:t>
            </a:r>
            <a:r>
              <a:rPr lang="en-US" dirty="0"/>
              <a:t> landlords can request subsidy: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the renovations if the cost is above €25.000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renovations if the cost is below €25.000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94B8DE-8D7C-7578-F7F2-E5AE49C9A38A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5. Lower Limit for Applications</a:t>
            </a:r>
          </a:p>
          <a:p>
            <a:r>
              <a:rPr lang="en-US" i="1" dirty="0"/>
              <a:t>Amounts above €25,000 per project can now be requested in advance. The previous limit was €125,000. Under the old SVOH, the application and granting process differentiated between small projects (subsidy under €125,000) and large projects (subsidy of €125,000 or more). Applications under €125,000 were submitted after the activities had been carried out, while applications of €125,000 or more had to be submitted before the activities took place. The new adjustment lowers the limit to €25,000, allowing landlords to apply for subsidies before carrying out sustainability measures.</a:t>
            </a:r>
            <a:endParaRPr lang="LID4096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78964-0E7D-B69C-4EEA-20D023DAE9D7}"/>
              </a:ext>
            </a:extLst>
          </p:cNvPr>
          <p:cNvSpPr txBox="1"/>
          <p:nvPr/>
        </p:nvSpPr>
        <p:spPr>
          <a:xfrm>
            <a:off x="537479" y="6345923"/>
            <a:ext cx="1021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https://dudoklegal.nl/en/current-events/subsidy-for-the-sustainability-of-rental-housing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LID4096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77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0CE6-3861-E302-E576-1F522D1D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5F9BC-E0F8-9F89-52A8-B88E732B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editor – analysis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E2807-4F4B-4DD0-CC5C-5030189A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9FB9D-DA12-9181-4CFC-5F1DD61D558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9594" y="2146040"/>
            <a:ext cx="3441232" cy="19008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and edit entities and relationships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FLINT code to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Content Placeholder 9" descr="A screenshot of a phone&#10;&#10;AI-generated content may be incorrect.">
            <a:extLst>
              <a:ext uri="{FF2B5EF4-FFF2-40B4-BE49-F238E27FC236}">
                <a16:creationId xmlns:a16="http://schemas.microsoft.com/office/drawing/2014/main" id="{D620F20D-6086-FC84-129D-BE0F53B10846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1273128" y="4471599"/>
            <a:ext cx="1386095" cy="2017021"/>
          </a:xfr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042A12F1-B7C7-6DA2-52D6-1763D02EEB62}"/>
              </a:ext>
            </a:extLst>
          </p:cNvPr>
          <p:cNvSpPr/>
          <p:nvPr/>
        </p:nvSpPr>
        <p:spPr>
          <a:xfrm rot="10800000">
            <a:off x="3105891" y="5085184"/>
            <a:ext cx="597159" cy="5505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BB0ECED-5B32-38DB-C63F-746CBDF1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717" y="1944724"/>
            <a:ext cx="8091588" cy="488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58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F2A8-1C92-4DEB-B78B-66DB6664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Editor – Old Regulation 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6E398-58A2-3CBD-3057-204EA795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664C5-2F74-24A6-9EC3-D4ADEA7FC44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6571" y="2118049"/>
            <a:ext cx="3103826" cy="4021494"/>
          </a:xfrm>
        </p:spPr>
        <p:txBody>
          <a:bodyPr>
            <a:normAutofit/>
          </a:bodyPr>
          <a:lstStyle/>
          <a:p>
            <a:r>
              <a:rPr lang="en-US" dirty="0"/>
              <a:t>In the </a:t>
            </a:r>
            <a:r>
              <a:rPr lang="en-US" b="1" dirty="0"/>
              <a:t>old regulation </a:t>
            </a:r>
            <a:r>
              <a:rPr lang="en-US" dirty="0"/>
              <a:t>landlords can request subsidy: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the renovations if the cost is above €125.000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renovations if the cost is below €125.000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51FE7-B45F-8E60-CC6A-888487BFA24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3614732" y="1548678"/>
            <a:ext cx="4470587" cy="5172797"/>
          </a:xfrm>
        </p:spPr>
      </p:pic>
      <p:pic>
        <p:nvPicPr>
          <p:cNvPr id="13" name="Picture 12" descr="A screenshot of a chat&#10;&#10;AI-generated content may be incorrect.">
            <a:extLst>
              <a:ext uri="{FF2B5EF4-FFF2-40B4-BE49-F238E27FC236}">
                <a16:creationId xmlns:a16="http://schemas.microsoft.com/office/drawing/2014/main" id="{B0AAF3B7-D996-0F6E-25D4-8B7467A4E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1548678"/>
            <a:ext cx="3934374" cy="517279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4A330D5-F1CB-E911-FCE3-D2617A7F123D}"/>
              </a:ext>
            </a:extLst>
          </p:cNvPr>
          <p:cNvSpPr/>
          <p:nvPr/>
        </p:nvSpPr>
        <p:spPr>
          <a:xfrm>
            <a:off x="6915144" y="4762694"/>
            <a:ext cx="1438281" cy="3905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C6290-D355-358B-268A-1CC52681039A}"/>
              </a:ext>
            </a:extLst>
          </p:cNvPr>
          <p:cNvSpPr/>
          <p:nvPr/>
        </p:nvSpPr>
        <p:spPr>
          <a:xfrm>
            <a:off x="4600572" y="4627984"/>
            <a:ext cx="2314572" cy="65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915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3949-9B38-B35D-11B4-5A7A50F4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D485-4FDD-9A6C-44B1-4B796D63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830424"/>
            <a:ext cx="9563865" cy="1428144"/>
          </a:xfrm>
        </p:spPr>
        <p:txBody>
          <a:bodyPr/>
          <a:lstStyle/>
          <a:p>
            <a:r>
              <a:rPr lang="en-US" dirty="0"/>
              <a:t>Rule Editor – New Regulation 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3C67B-A938-9AFB-E6A3-E558ACFE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9F44C-7093-6577-78FE-AE02E7E4E6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6571" y="2118049"/>
            <a:ext cx="3103826" cy="4021494"/>
          </a:xfrm>
        </p:spPr>
        <p:txBody>
          <a:bodyPr>
            <a:normAutofit/>
          </a:bodyPr>
          <a:lstStyle/>
          <a:p>
            <a:r>
              <a:rPr lang="en-US" dirty="0"/>
              <a:t>In the </a:t>
            </a:r>
            <a:r>
              <a:rPr lang="en-US" b="1" dirty="0"/>
              <a:t>new regulation</a:t>
            </a:r>
            <a:r>
              <a:rPr lang="en-US" dirty="0"/>
              <a:t> landlords can request subsidy: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the renovations if the cost is above €25.000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renovations if the cost is below €25.000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AED808-0D95-DF7E-DD48-2D321608B55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3614732" y="1577339"/>
            <a:ext cx="4470587" cy="5144136"/>
          </a:xfrm>
        </p:spPr>
      </p:pic>
      <p:pic>
        <p:nvPicPr>
          <p:cNvPr id="13" name="Picture 12" descr="A screenshot of a chat&#10;&#10;AI-generated content may be incorrect.">
            <a:extLst>
              <a:ext uri="{FF2B5EF4-FFF2-40B4-BE49-F238E27FC236}">
                <a16:creationId xmlns:a16="http://schemas.microsoft.com/office/drawing/2014/main" id="{65BFE475-58FE-E7D5-BF6F-D1FC98DF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1548678"/>
            <a:ext cx="3934374" cy="517279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010A7C-E268-CB92-E6A2-F1906D859200}"/>
              </a:ext>
            </a:extLst>
          </p:cNvPr>
          <p:cNvSpPr/>
          <p:nvPr/>
        </p:nvSpPr>
        <p:spPr>
          <a:xfrm>
            <a:off x="6915144" y="4762694"/>
            <a:ext cx="1438281" cy="3905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D52E7-F329-1F4D-CEC6-78CB649F25C4}"/>
              </a:ext>
            </a:extLst>
          </p:cNvPr>
          <p:cNvSpPr/>
          <p:nvPr/>
        </p:nvSpPr>
        <p:spPr>
          <a:xfrm>
            <a:off x="4600572" y="4627984"/>
            <a:ext cx="2314572" cy="65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9655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31B8-97B8-1DB8-6CB9-2C0AB9DB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A73F26-E725-8C4C-3FAC-90EB56BC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6234B-67B7-76EC-2E5C-BB916735522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 FLINT norms to executable (</a:t>
            </a:r>
            <a:r>
              <a:rPr lang="en-US" dirty="0" err="1"/>
              <a:t>eFLINT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</a:t>
            </a:r>
            <a:r>
              <a:rPr lang="en-US" dirty="0" err="1"/>
              <a:t>eFLINT</a:t>
            </a:r>
            <a:r>
              <a:rPr lang="en-US" dirty="0"/>
              <a:t> reasoner with DYNAMOS</a:t>
            </a:r>
            <a:endParaRPr lang="LID4096" dirty="0"/>
          </a:p>
        </p:txBody>
      </p:sp>
      <p:pic>
        <p:nvPicPr>
          <p:cNvPr id="9" name="Content Placeholder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1A6F08E7-1B61-843E-8318-4EE47817219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rcRect r="11813"/>
          <a:stretch>
            <a:fillRect/>
          </a:stretch>
        </p:blipFill>
        <p:spPr>
          <a:xfrm>
            <a:off x="5466380" y="2590800"/>
            <a:ext cx="5744545" cy="1310125"/>
          </a:xfrm>
        </p:spPr>
      </p:pic>
    </p:spTree>
    <p:extLst>
      <p:ext uri="{BB962C8B-B14F-4D97-AF65-F5344CB8AC3E}">
        <p14:creationId xmlns:p14="http://schemas.microsoft.com/office/powerpoint/2010/main" val="373463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Sources:</a:t>
            </a:r>
          </a:p>
          <a:p>
            <a:r>
              <a:rPr lang="en-US" dirty="0">
                <a:highlight>
                  <a:srgbClr val="C0C0C0"/>
                </a:highlight>
                <a:hlinkClick r:id="rId3"/>
              </a:rPr>
              <a:t>https://choppr.app/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r>
              <a:rPr lang="en-US" dirty="0">
                <a:highlight>
                  <a:srgbClr val="C0C0C0"/>
                </a:highlight>
                <a:hlinkClick r:id="rId4"/>
              </a:rPr>
              <a:t>https://rule-editor.netlify.app/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endParaRPr lang="en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{55AD5B79-D6C9-40F6-B6BA-01F17C3FB93A}TF55c86556-70ea-476e-aa05-13a38f2d5b0da1381d77_win32-a3c664429073</Template>
  <TotalTime>387</TotalTime>
  <Words>549</Words>
  <Application>Microsoft Office PowerPoint</Application>
  <PresentationFormat>Widescreen</PresentationFormat>
  <Paragraphs>66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Calibri</vt:lpstr>
      <vt:lpstr>Custom</vt:lpstr>
      <vt:lpstr>FLINT  Demonstration</vt:lpstr>
      <vt:lpstr>Policy Enforcement Pipeline – MooI Project</vt:lpstr>
      <vt:lpstr>Rental house renovation -  Source</vt:lpstr>
      <vt:lpstr>Natural Language text preparation</vt:lpstr>
      <vt:lpstr>Source decomposition - Choppr</vt:lpstr>
      <vt:lpstr>Source decomposition – Group sections</vt:lpstr>
      <vt:lpstr>Rule Interpretation and editing</vt:lpstr>
      <vt:lpstr>Rule editor – setup</vt:lpstr>
      <vt:lpstr>Rule editor – upload file</vt:lpstr>
      <vt:lpstr>Rule Editor – Renovation subsidy</vt:lpstr>
      <vt:lpstr>Rule editor – analysis</vt:lpstr>
      <vt:lpstr>Rule Editor – Old Regulation </vt:lpstr>
      <vt:lpstr>Rule Editor – New Regulation 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Koufakis</dc:creator>
  <cp:lastModifiedBy>Alexandros Koufakis</cp:lastModifiedBy>
  <cp:revision>2</cp:revision>
  <dcterms:created xsi:type="dcterms:W3CDTF">2025-09-15T11:07:32Z</dcterms:created>
  <dcterms:modified xsi:type="dcterms:W3CDTF">2025-10-09T12:51:05Z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